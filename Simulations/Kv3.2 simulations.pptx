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3"/>
    <p:restoredTop sz="94670"/>
  </p:normalViewPr>
  <p:slideViewPr>
    <p:cSldViewPr snapToGrid="0" snapToObjects="1" showGuides="1">
      <p:cViewPr varScale="1">
        <p:scale>
          <a:sx n="208" d="100"/>
          <a:sy n="208" d="100"/>
        </p:scale>
        <p:origin x="49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DF9FA-30F7-EF4C-A349-8481A84CB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D6B66-EB09-044F-BE54-1EC96568E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595C0-BE7E-AC41-B646-2C92D4FF8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D947-FB8C-D749-8A1F-6D05E64CFCAC}" type="datetimeFigureOut">
              <a:rPr lang="en-US" smtClean="0"/>
              <a:t>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C66A2-5804-3B41-B68A-A8E3D497A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663CC-D14F-D246-BA93-D360CEA6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38A6-5227-BE45-80B1-B126257CF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94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396AF-63C4-AB47-B8FA-65BFA3DB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A9CE4-1271-2340-8212-6FFA6C723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CAD29-2130-2B47-9F12-BC8A064B2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D947-FB8C-D749-8A1F-6D05E64CFCAC}" type="datetimeFigureOut">
              <a:rPr lang="en-US" smtClean="0"/>
              <a:t>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D2DAB-58A9-F34B-B172-E26535DF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D21EA-DAA0-C645-AFFA-02F9E7FC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38A6-5227-BE45-80B1-B126257CF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358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48CD6-3559-B544-95B1-B10B6926B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414B1-5F1B-CD4F-9E7F-BCE1BEB1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E8457-F129-5143-9ECB-E9FD4C5F8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D947-FB8C-D749-8A1F-6D05E64CFCAC}" type="datetimeFigureOut">
              <a:rPr lang="en-US" smtClean="0"/>
              <a:t>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13FDA-97B1-964A-AC84-09FB061B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3E0DD-CC15-754D-A52D-F144CD1B0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38A6-5227-BE45-80B1-B126257CF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03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D9859-6CE0-BB40-964B-3919C9C5E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DB707-145D-3641-A81C-5998D0578D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F3872-E0F3-1C48-B76F-1585216EBF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BEE96-D16A-9947-B5E2-F4FA5E5F0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D947-FB8C-D749-8A1F-6D05E64CFCAC}" type="datetimeFigureOut">
              <a:rPr lang="en-US" smtClean="0"/>
              <a:t>2/11/20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EB997-AA7E-FB49-B35D-6BD8660FA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26595-F836-0548-AC1F-67A063CA2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38A6-5227-BE45-80B1-B126257CF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5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4B53-2814-5F49-B7AD-AA0B0D5C9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9D0FE-A7CF-694E-A3C6-758406727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D9A242-BC83-9740-97AE-01EEB09B0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D47FED-7F20-9643-AC06-F93B9889E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AF3447-E15B-464C-949B-3239113F99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AB0CC0-0CDC-854D-BD05-1C9A00052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D947-FB8C-D749-8A1F-6D05E64CFCAC}" type="datetimeFigureOut">
              <a:rPr lang="en-US" smtClean="0"/>
              <a:t>2/11/20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78DFAC-49CF-E340-A8AA-D0C9FD32B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3F562A-6D63-A541-A481-93B48458D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38A6-5227-BE45-80B1-B126257CF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21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F30F3-A63D-CE41-AA68-DC9FFCF6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6C7630-8F10-934C-9867-0B38635E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D947-FB8C-D749-8A1F-6D05E64CFCAC}" type="datetimeFigureOut">
              <a:rPr lang="en-US" smtClean="0"/>
              <a:t>2/11/20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72202-1CCC-D04E-BBB2-337F8D9C3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790406-9E13-ED4F-8F22-706284A2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38A6-5227-BE45-80B1-B126257CF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11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9829C-86EB-6043-BC14-EF70B04D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D947-FB8C-D749-8A1F-6D05E64CFCAC}" type="datetimeFigureOut">
              <a:rPr lang="en-US" smtClean="0"/>
              <a:t>2/11/20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5BA5B-14C1-F347-BC4E-F51657AE2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CCBED-AFCB-824A-9A09-4F3703DA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38A6-5227-BE45-80B1-B126257CF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77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BACD2-DB7E-7A4A-B937-72673FDFB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B4C39-B414-5A4C-B717-CA1C2C147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DD089-1E5C-D340-BC3A-7423C58CB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696D1-B95E-6743-B660-2FD5DD053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D947-FB8C-D749-8A1F-6D05E64CFCAC}" type="datetimeFigureOut">
              <a:rPr lang="en-US" smtClean="0"/>
              <a:t>2/11/20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F11CF-9740-D840-AF73-8DB2B0C64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16038-6267-6141-9B09-7FF332FCB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38A6-5227-BE45-80B1-B126257CF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30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DDA60-D281-EC4B-A768-1AB92F169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D6EA71-B472-7246-859E-AE4D9163FF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210D1-D96D-FD4C-92C8-0E08EB754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92B5A-46C5-CE45-84A1-4CA0B8C13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D947-FB8C-D749-8A1F-6D05E64CFCAC}" type="datetimeFigureOut">
              <a:rPr lang="en-US" smtClean="0"/>
              <a:t>2/11/20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AC599-6317-4B48-9121-117A3106F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CE710-ACA9-5B41-84B1-E9BD3AEC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38A6-5227-BE45-80B1-B126257CF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00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A96A-FD81-0144-B65F-08B71CDF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0A32A2-0056-204E-8A30-0F0D7AEFA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E13E0-6650-3D46-855D-5586F098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D947-FB8C-D749-8A1F-6D05E64CFCAC}" type="datetimeFigureOut">
              <a:rPr lang="en-US" smtClean="0"/>
              <a:t>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F045E-6208-E742-9CCF-5A4BBD863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489D9-5740-3F43-98FA-4195E7B7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38A6-5227-BE45-80B1-B126257CF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04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CF96A-EBE4-4643-9F1F-BB50F8F30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D06B5-99DB-EF4E-BC8B-43CB0E831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B812A-C662-424A-A3E0-CBE1C56B9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D947-FB8C-D749-8A1F-6D05E64CFCAC}" type="datetimeFigureOut">
              <a:rPr lang="en-US" smtClean="0"/>
              <a:t>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06E5B-A58B-7946-A001-B33027F53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BF457-9B2D-204A-8C49-D5D6D3CDF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638A6-5227-BE45-80B1-B126257CF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6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23D129-3D4A-2D4F-9647-ECBD53987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06A8A-6504-124B-BF4B-20E492F29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BCA8B-90EE-8E48-B84F-1841F3D2F4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D947-FB8C-D749-8A1F-6D05E64CFCAC}" type="datetimeFigureOut">
              <a:rPr lang="en-US" smtClean="0"/>
              <a:t>2/11/20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D416E-2103-3E4C-989E-4246E9087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4ECCF-82EB-9148-AB0E-CBD6DD93C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638A6-5227-BE45-80B1-B126257CF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75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05CE8F-6161-D243-93F7-E5AAD421B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1885950"/>
            <a:ext cx="96393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38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229B06-1B9E-C142-A2CE-74AACB04E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450" y="2305050"/>
            <a:ext cx="29591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562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AA6FC0-D49D-3640-91EA-D7BFCD45F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8010"/>
            <a:ext cx="12192000" cy="628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078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3156C6-0721-DA46-B789-E7523B3AA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427"/>
            <a:ext cx="12192000" cy="628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70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67AB85-8C42-764F-AAD2-146726A8A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00" y="2279650"/>
            <a:ext cx="292100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870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795118-C4C3-1C47-BCFA-AFE2A05E7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838"/>
            <a:ext cx="12192000" cy="628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29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1AD920-F3C9-EE4B-9A76-CF0EEBA3B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340"/>
            <a:ext cx="12192000" cy="627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994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44E6B-A933-264C-A6A7-AFE3ABF13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400" y="2279650"/>
            <a:ext cx="299720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76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D3F742-159E-F04E-9252-F9D9168E7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3399"/>
            <a:ext cx="12192000" cy="627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74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F08B44-7799-5E47-9D74-680628479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504"/>
            <a:ext cx="12192000" cy="626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79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7E2886-2B82-254E-AD24-AFA4F6FBD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0" y="2305050"/>
            <a:ext cx="29718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156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C91DC2-D4BC-C543-9C69-BBC69690E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8552"/>
            <a:ext cx="12192000" cy="626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26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A7FD8E-F00B-554F-8F73-F0478BFF4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589"/>
            <a:ext cx="12192000" cy="628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179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Macintosh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Manuel Covarrubias</dc:creator>
  <cp:lastModifiedBy>Manuel Covarrubias</cp:lastModifiedBy>
  <cp:revision>2</cp:revision>
  <dcterms:created xsi:type="dcterms:W3CDTF">2020-02-11T22:42:09Z</dcterms:created>
  <dcterms:modified xsi:type="dcterms:W3CDTF">2020-02-11T22:54:27Z</dcterms:modified>
</cp:coreProperties>
</file>